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18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62FDA-C3A1-4485-94ED-8D5328978C71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8F7E-26DE-43B8-861F-88D6AF6B6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1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807AF-0B8F-471E-BA59-6B19150596A0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60B40-061E-4F84-BA61-C2718CEB9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3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F4994-0678-42BF-89BB-2A2111B35EC2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06023-F377-4656-8959-B78E94F88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40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9BFE4-6C92-46A8-952F-57A802E8789E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23BD5-857C-4627-8055-65D381668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9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472BC-7C78-4A03-9929-F499D30448A0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BC86D-773F-43FE-8E4D-65D76D8E0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6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A73C6-0042-455E-8B2F-75B2189B5283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5154C-27AA-41D7-A83F-562448F81A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9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F7CCB-C2F4-44F8-A1ED-76504DF8BDBC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D0B81-D738-47BD-B272-501509EDC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0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D84C3-2DCE-4BE0-9311-8CB1C190C7E8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14EB9-794F-4DAA-84E7-248B4BED02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5DE9F-D025-4A96-9436-A9B54598C24A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E42D6-2A26-479A-9B16-2F701678AE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0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9D5E0-4F80-4C37-BE2D-2254170079DA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21C67-2251-4F43-AF36-005A94535C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2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E8BB8-8D90-489A-8AF2-46E7BE23BAFA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94F58-CD59-4AA2-8C1F-6EBD5A9D7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0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63F3F4-13F2-4143-9618-08A48950E4B2}" type="datetimeFigureOut">
              <a:rPr lang="en-US"/>
              <a:pPr>
                <a:defRPr/>
              </a:pPr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9A044B-FC12-4343-995C-1E329064C6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Final Year Project Proposal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Complete Project Title – Can Occupy 2-3 Lines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/>
              <a:t>Supervised By: Full Name (Designation)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Opportunity &amp; Stakeholders</a:t>
            </a:r>
          </a:p>
          <a:p>
            <a:pPr eaLnBrk="1" hangingPunct="1"/>
            <a:r>
              <a:rPr lang="en-US" dirty="0"/>
              <a:t>Existing Systems</a:t>
            </a:r>
          </a:p>
          <a:p>
            <a:pPr eaLnBrk="1" hangingPunct="1"/>
            <a:r>
              <a:rPr lang="en-US" dirty="0"/>
              <a:t>Problem Statement</a:t>
            </a:r>
          </a:p>
          <a:p>
            <a:pPr eaLnBrk="1" hangingPunct="1"/>
            <a:r>
              <a:rPr lang="en-US" dirty="0"/>
              <a:t>Proposed Solution</a:t>
            </a:r>
          </a:p>
          <a:p>
            <a:pPr eaLnBrk="1" hangingPunct="1"/>
            <a:r>
              <a:rPr lang="en-US" dirty="0"/>
              <a:t>Project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Opportunity &amp; Stakeholders</a:t>
            </a:r>
          </a:p>
        </p:txBody>
      </p:sp>
      <p:sp>
        <p:nvSpPr>
          <p:cNvPr id="8195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Existing Systems</a:t>
            </a:r>
          </a:p>
        </p:txBody>
      </p:sp>
      <p:sp>
        <p:nvSpPr>
          <p:cNvPr id="10243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Problem Statement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Proposed Solution</a:t>
            </a:r>
          </a:p>
        </p:txBody>
      </p:sp>
      <p:sp>
        <p:nvSpPr>
          <p:cNvPr id="14339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Project Scope</a:t>
            </a:r>
          </a:p>
        </p:txBody>
      </p:sp>
      <p:sp>
        <p:nvSpPr>
          <p:cNvPr id="16387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62</Words>
  <Application>Microsoft Office PowerPoint</Application>
  <PresentationFormat>On-screen Show (4:3)</PresentationFormat>
  <Paragraphs>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Final Year Project Proposal</vt:lpstr>
      <vt:lpstr>Project Team</vt:lpstr>
      <vt:lpstr>Table of Content</vt:lpstr>
      <vt:lpstr>Opportunity &amp; Stakeholders</vt:lpstr>
      <vt:lpstr>PowerPoint Presentation</vt:lpstr>
      <vt:lpstr>Existing Systems</vt:lpstr>
      <vt:lpstr>PowerPoint Presentation</vt:lpstr>
      <vt:lpstr>Problem Statement</vt:lpstr>
      <vt:lpstr>PowerPoint Presentation</vt:lpstr>
      <vt:lpstr>Proposed Solution</vt:lpstr>
      <vt:lpstr>PowerPoint Presentation</vt:lpstr>
      <vt:lpstr>Project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Muhammad Aadil ur Rehman</cp:lastModifiedBy>
  <cp:revision>14</cp:revision>
  <dcterms:created xsi:type="dcterms:W3CDTF">2013-01-22T07:04:44Z</dcterms:created>
  <dcterms:modified xsi:type="dcterms:W3CDTF">2022-10-04T21:17:43Z</dcterms:modified>
</cp:coreProperties>
</file>